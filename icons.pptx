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A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56" d="100"/>
          <a:sy n="56" d="100"/>
        </p:scale>
        <p:origin x="9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15E0A-95FE-89D6-4BE4-87D32A1EC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A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BAB0AF-A4B1-1292-12EC-12E6EF456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AO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6955FA-0159-A12A-2C89-CA57089B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052C-3F1C-4B1D-ADD7-65000824ED99}" type="datetimeFigureOut">
              <a:rPr lang="pt-AO" smtClean="0"/>
              <a:t>31/08/2026</a:t>
            </a:fld>
            <a:endParaRPr lang="pt-AO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60AB8E-BA0B-05C3-4AF6-01151BFB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6BAA2A-4917-AD6C-5C26-4F7D76A18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FAD7-6467-42CB-9A26-85B06999B5DE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2255272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96757-DA1C-31ED-E6EE-AC1DB216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AO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98B57E-7835-C710-D39B-824AD6E9F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AO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2FA2B7-36EE-E2D5-07ED-FD5592217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052C-3F1C-4B1D-ADD7-65000824ED99}" type="datetimeFigureOut">
              <a:rPr lang="pt-AO" smtClean="0"/>
              <a:t>31/08/2026</a:t>
            </a:fld>
            <a:endParaRPr lang="pt-AO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EAED2E-6A63-5AA1-3D93-8052C4E6B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9433D5-E838-CCC3-162D-7A85EC62D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FAD7-6467-42CB-9A26-85B06999B5DE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3620678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6E0D3-8B79-DECF-4B2F-6249EE5DB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AO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38C6FE-13A7-4B63-A4CE-188C5FF2E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4A195A-CDF0-5F94-A98A-6418D21F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052C-3F1C-4B1D-ADD7-65000824ED99}" type="datetimeFigureOut">
              <a:rPr lang="pt-AO" smtClean="0"/>
              <a:t>31/08/2026</a:t>
            </a:fld>
            <a:endParaRPr lang="pt-AO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2FDF70-9749-3E3D-1DA7-2419631C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83C3CA-6C9D-001F-70CA-3E19B7DC6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FAD7-6467-42CB-9A26-85B06999B5DE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2641211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BD75D-FC4B-63D6-B990-B0053ED2C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AO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BBE65-2047-B2E2-B8F7-F6C79611A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AO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C364297-19C3-1DB8-0550-CFA0BB37E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AO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668E6B-A556-80F4-40B3-99E8B6E52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052C-3F1C-4B1D-ADD7-65000824ED99}" type="datetimeFigureOut">
              <a:rPr lang="pt-AO" smtClean="0"/>
              <a:t>31/08/2026</a:t>
            </a:fld>
            <a:endParaRPr lang="pt-AO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FE63E3-A729-FF87-2FD2-D7ACAF6B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8C82C6-98CC-8575-4A35-971390CC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FAD7-6467-42CB-9A26-85B06999B5DE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54531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85943-AC0E-05BC-0449-C90FF2BA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AO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3D1D37-F298-2EDC-ABDD-74A9C0D1F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06B517-C485-136E-BD9D-91BD6038A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AO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D5DB871-0165-9547-D00B-BF121E000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B294085-3075-5D4C-55C8-6B1E4BEF0C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AO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25DFB28-B7FD-8917-A778-F38D1FC8D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052C-3F1C-4B1D-ADD7-65000824ED99}" type="datetimeFigureOut">
              <a:rPr lang="pt-AO" smtClean="0"/>
              <a:t>31/08/2026</a:t>
            </a:fld>
            <a:endParaRPr lang="pt-AO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2A2FC0B-E17E-B158-B165-A645B7D73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A3D0FEB-6E3B-0576-C712-CBCC82188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FAD7-6467-42CB-9A26-85B06999B5DE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18323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E05E-0AE2-07A6-5D84-E5D67CE22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AO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B9786AA-34B1-328A-6806-8D091C7A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052C-3F1C-4B1D-ADD7-65000824ED99}" type="datetimeFigureOut">
              <a:rPr lang="pt-AO" smtClean="0"/>
              <a:t>31/08/2026</a:t>
            </a:fld>
            <a:endParaRPr lang="pt-AO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536942-A3BA-51B6-671A-045C91EA5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01B2ADA-DD14-B4D5-BA98-7B0B4B9EA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FAD7-6467-42CB-9A26-85B06999B5DE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2178674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1C73990-4750-CA8D-E82B-B3522A91A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052C-3F1C-4B1D-ADD7-65000824ED99}" type="datetimeFigureOut">
              <a:rPr lang="pt-AO" smtClean="0"/>
              <a:t>31/08/2026</a:t>
            </a:fld>
            <a:endParaRPr lang="pt-AO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4B9CA25-9B63-2BB2-E8AE-32A5CAFC1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7AB0CA4-9FF2-7CD9-9787-0C20111CC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FAD7-6467-42CB-9A26-85B06999B5DE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309654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17636-F4E1-4C5F-CC12-0EF737A3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AO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5E29A5-64B9-C7E4-10AC-20CED12FC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AO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CF630C-E357-8A36-8AD7-49590EA85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EC50A2-F2B1-A192-3A83-E7465E84B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052C-3F1C-4B1D-ADD7-65000824ED99}" type="datetimeFigureOut">
              <a:rPr lang="pt-AO" smtClean="0"/>
              <a:t>31/08/2026</a:t>
            </a:fld>
            <a:endParaRPr lang="pt-AO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0FA7A9-3EDF-2B7A-5D1F-C41273C3C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F2EEDD-5D6A-810A-3C36-BD8444B9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FAD7-6467-42CB-9A26-85B06999B5DE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3873419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2FE1D-AFF4-3AD6-40F4-490D88A06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AO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42BDF9C-BE90-220A-854D-72FB0F1FDE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AO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D9CD1E8-98D6-D1FD-8FEE-6C408E32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48A188-1324-F67C-D616-6F93938A4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052C-3F1C-4B1D-ADD7-65000824ED99}" type="datetimeFigureOut">
              <a:rPr lang="pt-AO" smtClean="0"/>
              <a:t>31/08/2026</a:t>
            </a:fld>
            <a:endParaRPr lang="pt-AO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2C314F-3F47-8FA4-A94E-8B0716738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03C04C-625C-8472-3139-A2B9FE237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FAD7-6467-42CB-9A26-85B06999B5DE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908630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F62BA-2663-0EDF-A116-16957A04C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AO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2CCCFC-919F-A6E5-7A37-47401D74F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AO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50B181-F080-8576-C558-4C9403ED4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052C-3F1C-4B1D-ADD7-65000824ED99}" type="datetimeFigureOut">
              <a:rPr lang="pt-AO" smtClean="0"/>
              <a:t>31/08/2026</a:t>
            </a:fld>
            <a:endParaRPr lang="pt-AO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FB4B5C-A498-A003-D4BC-50C52D65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D2B0EB-B306-D083-93DB-FE37747AA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FAD7-6467-42CB-9A26-85B06999B5DE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2190579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D8C5F8-DD59-FC71-954B-505E505DCC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AO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B666503-9F43-065E-E425-7D23FD330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AO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3260F8-D4E8-A572-FA91-24D0B239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052C-3F1C-4B1D-ADD7-65000824ED99}" type="datetimeFigureOut">
              <a:rPr lang="pt-AO" smtClean="0"/>
              <a:t>31/08/2026</a:t>
            </a:fld>
            <a:endParaRPr lang="pt-AO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8B55A2-0140-78FC-25CA-915FCFC28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A0018C-54AC-B3EF-6AC1-4E8208C9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9FAD7-6467-42CB-9A26-85B06999B5DE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2079194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815D324-EC38-82BE-BB53-24F869FE3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AO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1416B6-0BFC-0F94-762F-E8F17FC17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AO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6D84EF-1CB8-3D31-6CA3-96C741C4D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BE052C-3F1C-4B1D-ADD7-65000824ED99}" type="datetimeFigureOut">
              <a:rPr lang="pt-AO" smtClean="0"/>
              <a:t>31/08/2026</a:t>
            </a:fld>
            <a:endParaRPr lang="pt-AO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DF3A54-71C4-4384-5232-D761F914E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AO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A6A7DA-3460-5DE0-08BC-72E3B0B25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9FAD7-6467-42CB-9A26-85B06999B5DE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181664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A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Diagonais Arredondados 4">
            <a:extLst>
              <a:ext uri="{FF2B5EF4-FFF2-40B4-BE49-F238E27FC236}">
                <a16:creationId xmlns:a16="http://schemas.microsoft.com/office/drawing/2014/main" id="{4618A9E0-AB0A-BA6A-090B-EED5A42A3BC4}"/>
              </a:ext>
            </a:extLst>
          </p:cNvPr>
          <p:cNvSpPr/>
          <p:nvPr/>
        </p:nvSpPr>
        <p:spPr>
          <a:xfrm>
            <a:off x="2252661" y="1304924"/>
            <a:ext cx="2486025" cy="1457325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sp>
        <p:nvSpPr>
          <p:cNvPr id="6" name="Retângulo: Cantos Diagonais Arredondados 5">
            <a:extLst>
              <a:ext uri="{FF2B5EF4-FFF2-40B4-BE49-F238E27FC236}">
                <a16:creationId xmlns:a16="http://schemas.microsoft.com/office/drawing/2014/main" id="{7BE2ED5A-6CB8-ECF4-F8EF-CB30E003DE0F}"/>
              </a:ext>
            </a:extLst>
          </p:cNvPr>
          <p:cNvSpPr/>
          <p:nvPr/>
        </p:nvSpPr>
        <p:spPr>
          <a:xfrm>
            <a:off x="2252660" y="3119441"/>
            <a:ext cx="2486025" cy="1457325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sp>
        <p:nvSpPr>
          <p:cNvPr id="7" name="Retângulo: Cantos Diagonais Arredondados 6">
            <a:extLst>
              <a:ext uri="{FF2B5EF4-FFF2-40B4-BE49-F238E27FC236}">
                <a16:creationId xmlns:a16="http://schemas.microsoft.com/office/drawing/2014/main" id="{F6E276F1-B9F4-BA27-1F90-58D08073ADC0}"/>
              </a:ext>
            </a:extLst>
          </p:cNvPr>
          <p:cNvSpPr/>
          <p:nvPr/>
        </p:nvSpPr>
        <p:spPr>
          <a:xfrm>
            <a:off x="4952999" y="3114676"/>
            <a:ext cx="2486025" cy="1457325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sp>
        <p:nvSpPr>
          <p:cNvPr id="8" name="Retângulo: Cantos Diagonais Arredondados 7">
            <a:extLst>
              <a:ext uri="{FF2B5EF4-FFF2-40B4-BE49-F238E27FC236}">
                <a16:creationId xmlns:a16="http://schemas.microsoft.com/office/drawing/2014/main" id="{84DF68F7-0DC2-127E-BA3D-553E117ACB26}"/>
              </a:ext>
            </a:extLst>
          </p:cNvPr>
          <p:cNvSpPr/>
          <p:nvPr/>
        </p:nvSpPr>
        <p:spPr>
          <a:xfrm>
            <a:off x="4953000" y="1304924"/>
            <a:ext cx="2486025" cy="1457325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sp>
        <p:nvSpPr>
          <p:cNvPr id="9" name="Retângulo: Cantos Diagonais Arredondados 8">
            <a:extLst>
              <a:ext uri="{FF2B5EF4-FFF2-40B4-BE49-F238E27FC236}">
                <a16:creationId xmlns:a16="http://schemas.microsoft.com/office/drawing/2014/main" id="{B9EDF1D0-3B30-4D42-779D-EF5B9B150613}"/>
              </a:ext>
            </a:extLst>
          </p:cNvPr>
          <p:cNvSpPr/>
          <p:nvPr/>
        </p:nvSpPr>
        <p:spPr>
          <a:xfrm>
            <a:off x="7653341" y="3114675"/>
            <a:ext cx="2486025" cy="1457325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sp>
        <p:nvSpPr>
          <p:cNvPr id="10" name="Retângulo: Cantos Diagonais Arredondados 9">
            <a:extLst>
              <a:ext uri="{FF2B5EF4-FFF2-40B4-BE49-F238E27FC236}">
                <a16:creationId xmlns:a16="http://schemas.microsoft.com/office/drawing/2014/main" id="{430FE26B-69A9-1DAB-EB24-4A6912D2705A}"/>
              </a:ext>
            </a:extLst>
          </p:cNvPr>
          <p:cNvSpPr/>
          <p:nvPr/>
        </p:nvSpPr>
        <p:spPr>
          <a:xfrm>
            <a:off x="7653341" y="1304923"/>
            <a:ext cx="2486025" cy="1457325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12" name="Gráfico 11" descr="Matérias primas com preenchimento sólido">
            <a:extLst>
              <a:ext uri="{FF2B5EF4-FFF2-40B4-BE49-F238E27FC236}">
                <a16:creationId xmlns:a16="http://schemas.microsoft.com/office/drawing/2014/main" id="{41A5CC57-5CF6-6AC5-89D7-36FFFFFA60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91515" y="3248022"/>
            <a:ext cx="1190625" cy="1190625"/>
          </a:xfrm>
          <a:prstGeom prst="rect">
            <a:avLst/>
          </a:prstGeom>
        </p:spPr>
      </p:pic>
      <p:pic>
        <p:nvPicPr>
          <p:cNvPr id="14" name="Gráfico 13" descr="Rebocador com preenchimento sólido">
            <a:extLst>
              <a:ext uri="{FF2B5EF4-FFF2-40B4-BE49-F238E27FC236}">
                <a16:creationId xmlns:a16="http://schemas.microsoft.com/office/drawing/2014/main" id="{41175C73-A298-1A90-B8C9-4F642DF236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9736" y="3248023"/>
            <a:ext cx="1190625" cy="1190625"/>
          </a:xfrm>
          <a:prstGeom prst="rect">
            <a:avLst/>
          </a:prstGeom>
        </p:spPr>
      </p:pic>
      <p:pic>
        <p:nvPicPr>
          <p:cNvPr id="16" name="Gráfico 15" descr="Produção com preenchimento sólido">
            <a:extLst>
              <a:ext uri="{FF2B5EF4-FFF2-40B4-BE49-F238E27FC236}">
                <a16:creationId xmlns:a16="http://schemas.microsoft.com/office/drawing/2014/main" id="{8910DDE1-E3F9-DB24-FAC8-A2ED07238E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00359" y="3248024"/>
            <a:ext cx="1190625" cy="1190625"/>
          </a:xfrm>
          <a:prstGeom prst="rect">
            <a:avLst/>
          </a:prstGeom>
        </p:spPr>
      </p:pic>
      <p:pic>
        <p:nvPicPr>
          <p:cNvPr id="18" name="Gráfico 17" descr="Alta tensão com preenchimento sólido">
            <a:extLst>
              <a:ext uri="{FF2B5EF4-FFF2-40B4-BE49-F238E27FC236}">
                <a16:creationId xmlns:a16="http://schemas.microsoft.com/office/drawing/2014/main" id="{4745A5A6-BF87-CE69-3B89-0E87F32902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3426" y="1390647"/>
            <a:ext cx="1190625" cy="1190625"/>
          </a:xfrm>
          <a:prstGeom prst="rect">
            <a:avLst/>
          </a:prstGeom>
        </p:spPr>
      </p:pic>
      <p:pic>
        <p:nvPicPr>
          <p:cNvPr id="20" name="Gráfico 19" descr="Plataforma de petróleo com preenchimento sólido">
            <a:extLst>
              <a:ext uri="{FF2B5EF4-FFF2-40B4-BE49-F238E27FC236}">
                <a16:creationId xmlns:a16="http://schemas.microsoft.com/office/drawing/2014/main" id="{C495A35C-E788-EB1A-21F1-51D4BF273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9736" y="1390646"/>
            <a:ext cx="1190625" cy="1190625"/>
          </a:xfrm>
          <a:prstGeom prst="rect">
            <a:avLst/>
          </a:prstGeom>
        </p:spPr>
      </p:pic>
      <p:pic>
        <p:nvPicPr>
          <p:cNvPr id="22" name="Gráfico 21" descr="Parede de tijolos com preenchimento sólido">
            <a:extLst>
              <a:ext uri="{FF2B5EF4-FFF2-40B4-BE49-F238E27FC236}">
                <a16:creationId xmlns:a16="http://schemas.microsoft.com/office/drawing/2014/main" id="{AD563B4A-CA9F-F89F-081E-081D4BBF04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62247" y="1390646"/>
            <a:ext cx="1190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612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CEDD9-B928-C584-F0F2-DFDB9D6FE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m 32">
            <a:extLst>
              <a:ext uri="{FF2B5EF4-FFF2-40B4-BE49-F238E27FC236}">
                <a16:creationId xmlns:a16="http://schemas.microsoft.com/office/drawing/2014/main" id="{CBED8B07-1F79-4595-D16A-99F5FF789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706" y="1782937"/>
            <a:ext cx="7901101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6214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Graciano De Jesus Tshifua</dc:creator>
  <cp:lastModifiedBy>Graciano De Jesus Tshifua</cp:lastModifiedBy>
  <cp:revision>1</cp:revision>
  <dcterms:created xsi:type="dcterms:W3CDTF">2026-08-31T14:46:04Z</dcterms:created>
  <dcterms:modified xsi:type="dcterms:W3CDTF">2026-08-31T16:20:35Z</dcterms:modified>
</cp:coreProperties>
</file>